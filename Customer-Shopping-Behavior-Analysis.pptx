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7A045-6573-9941-A625-44DEF576DDA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E7BB9-0B40-404D-BD87-D43CE770F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96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6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7" Type="http://schemas.openxmlformats.org/officeDocument/2006/relationships/image" Target="../media/image2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6" Type="http://schemas.openxmlformats.org/officeDocument/2006/relationships/image" Target="../media/image21.png" /><Relationship Id="rId5" Type="http://schemas.openxmlformats.org/officeDocument/2006/relationships/image" Target="../media/image20.png" /><Relationship Id="rId4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Harshit Goyal</cp:lastModifiedBy>
  <cp:revision>2</cp:revision>
  <dcterms:created xsi:type="dcterms:W3CDTF">2025-10-14T02:52:14Z</dcterms:created>
  <dcterms:modified xsi:type="dcterms:W3CDTF">2026-09-30T10:39:46Z</dcterms:modified>
</cp:coreProperties>
</file>